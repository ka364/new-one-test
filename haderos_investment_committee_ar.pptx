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Backend</c:v>
                  </c:pt>
                  <c:pt idx="1">
                    <c:v>Web (MVP)</c:v>
                  </c:pt>
                  <c:pt idx="2">
                    <c:v>Contracts</c:v>
                  </c:pt>
                  <c:pt idx="3">
                    <c:v>Docs</c:v>
                  </c:pt>
                  <c:pt idx="4">
                    <c:v>Infra</c:v>
                  </c:pt>
                  <c:pt idx="5">
                    <c:v>Admin</c:v>
                  </c:pt>
                  <c:pt idx="6">
                    <c:v>Tests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80</c:v>
                </c:pt>
                <c:pt idx="5">
                  <c:v>40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2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التوثيق</c:v>
                </c:pt>
                <c:pt idx="1">
                  <c:v>الكود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53.5</c:v>
                </c:pt>
                <c:pt idx="1">
                  <c:v>46.5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إحصائيات المشروع والقياسات الواردة في هذا العرض مستندة إلى بيانات داخلية قدّمها فريق المشروع بتاريخ 26 ديسمبر 2025.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نقاط القرار والمخاطر مستخلصة من ملخصات المشروع الداخلية المقدمة بتاريخ 26 ديسمبر 2025.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FastAPI (مرجعية عامة للإطار المستخدم): https://fastapi.tiangolo.com/. 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الأرقام مستندة إلى "البيانات التفصيلية - HaderOS Platform" المقدمة داخلياً بتاريخ 26 ديسمبر 2025.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نسب الإكمال (Backend/Web/Contracts/Docs/Infra/Admin/Tests) من تقرير الإحصائيات التفصيلية (26 ديسمبر 2025).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المخاطر والاستنتاجات مبنية على نسب الإكمال والإحصائيات الداخلية المقدمة بتاريخ 26 ديسمبر 2025.
- خلفية عن ERC-3643 (إن ذُكر ضمن نطاق العقود): https://www.erc3643.org/ و https://docs.erc3643.org/erc-3643.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معايير الإغلاق مقترحة بناءً على فجوات الإكمال في التقرير الداخلي (Tests 20%، Admin 40%، Sentinel غير مكتمل) بتاريخ 26 ديسمبر 2025.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إطار الحوكمة مقترح قياساً على فجوات الاختبارات والمراقبة المذكورة في تقرير الفريق (26 ديسمبر 2025).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الخيارات مبنية على نهج تمويل مرحلي شائع في حوكمة البرامج التقنية ذات المخاطر التشغيلية. 
- الافتراضات الخاصة بحالة المشروع مأخوذة من تقرير الفريق الداخلي (26 ديسمبر 2025).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توزيع الكلمات (53.5% توثيق / 46.5% كود) من تقرير الإحصائيات التفصيلية بتاريخ 26 ديسمبر 2025.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مجلس الاستثمار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HaderOS Platform — إحاطة موقف الجاهزية والمخاطر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ديسمبر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من مجلس الاستثمار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تمويل مرحلي مشروط لإغلاق المخاطر الحرجة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نطلبه اليوم؟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مطلوب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تمويل مرحلة (A) لمدة 6–10 أسابيع لإغلاق المخاطر الحرجة.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الموافقة على تدقيق تقني/أمني مستقل قبل أي توسع تمويلي كبير.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معايير خروج (Exit Criteria) قابلة للقياس لمرحلة (A).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الآن؟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4805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منظمة ومكتملة بدرجة كبيرة في البنية والتوثيق.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الفجوات الحالية (اختبارات، مراقبة تشغيلية، لوحة الإدارة) هي مخاطر تشغيلية يمكن إغلاقها سريعًا.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التمويل المرحلي يقلل المخاطر ويثبت الجاهزية قبل التوسع.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HaderOS Platform — عرض مجلس الاستثمار (نسخة داخلية)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HaderOS Platform؟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تشغيل متعددة الطبقات: تطبيقات + خدمات + عقود + بنية تحتية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الحالي (Scope)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المكونات الرئيسية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تطبيق ويب (MVP) + لوحة إدارة (Admin).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API Gateway (FastAPI) بواجهات متعددة المجالات.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Contracts: عقود مع ضوابط امتثال وتحكم في التحويلات.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Docker/Nginx وإرشادات نشر سحابي.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قدرات تشغيلية مذكورة في المستودع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4805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مصادقة وأمان (JWT/CORS/إدارة صلاحيات).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منتجات Now Shoes (1,019 منتج).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وحدات امتثال/حوكمة (Sharia/Investment/Blockchain/AI).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واسع + أدلة نشر.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المحتوى مبني على تحليل مستودع داخلي وإحصائيات فريق المشروع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رقمية سريعة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العمل المنجز ومؤشرات النضج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محورية (كما في تقرير 26 ديسمبر 2025)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01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الملفات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73736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901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429,241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11880" y="23957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الكلمات (كود+توثيق)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901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3957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التوثيق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173736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1901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3957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مكتبات/اعتماديات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31927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" y="38130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331927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11880" y="38130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(Now Shoes)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331927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38130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3154680"/>
            <a:ext cx="26060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19050" dist="1905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81160" y="331927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GB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81160" y="381304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المشروع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669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الأرقام أعلاه إحصائيات داخلية من تقرير الفريق (26 ديسمبر 2025).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HaderOS Platform — لقطة رقمية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تقدم العمل حسب المسار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نِسَب الإكمال المقدّرة حسب تقارير الفريق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نحن الآن؟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37360"/>
          <a:ext cx="10972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Sentinel/Observability مذكور كـ "هيكل فقط" ولم يُعطَ له رقم إكمال مستقل في التقرير.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HaderOS Platform — تقدم العمل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الرئيسية ومخارج السيطرة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نُخفّض المخاطر قبل التوسع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ذات الأثر على الاستثمار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760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مخاطر حرجة (High)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51206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منخفضة → مخاطر أعطال وأمن أثناء التحديثات.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غير مكتمل → ضعف اكتشاف الأعطال والاستجابة.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الإدارة غير مكتملة → تشغيل داخلي بطيء/غير مستقر.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9400" y="1737360"/>
            <a:ext cx="4800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9659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تخفيف (Mitigation)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377440"/>
            <a:ext cx="41605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جودة: Coverage + اختبارات حرجة على تدفقات أساسية.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إكمال المراقبة: Logs + Metrics + Alerts + Health checks.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إغلاق فجوات Admin: صفحات تشغيلية أساسية + صلاحيات.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أمني مستقل + فحص اعتماديات.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التمويل المرحلي يقلل المخاطر ويثبت الجاهزية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مرحلة (A): إغلاق المخاطر الحرجة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أسابيع للوصول إلى جاهزية تشغيلية قابلة للتوسع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مخرجات إلزامية (Exit Criteria)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65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التي تُغلق قرار التمويل التالي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1005840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اختبارات: حد أدنى 30–50 اختبار لتدفقات Auth/Products/Security + تقرير Coverage.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تشغيل Metrics/Logs/Alerts مع لوحة مراقبة أساسية وتشغيل Health checks.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CI/CD: نشر تلقائي إلى بيئة Staging + معايير PR + فحص جودة.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المستودع: مصدر حقيقة واحد (Source of Truth) + ضبط submodules/النسخ.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أمني: فحص أسرار/صلاحيات + SBOM + فحص ثغرات اعتماديات.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6355080"/>
            <a:ext cx="10698480" cy="502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644652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قرار: الانتقال لمرحلة (B) بعد تحقق Exit Criteria وتقرير تدقيق مستقل.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 والضبط المؤسسي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يضمن الشفافية وتقليل المخاطر أثناء التوسع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مقترح حوكمة تنفيذية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قياس شهرية (KPIs)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التشغيل: Uptime، زمن الاستجابة، معدل الأخطاء.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الأمان: ثغرات حرجة (0)، تدقيق صلاحيات، إدارة أسرار.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الجودة: Coverage، فشل/نجاح CI، ديون تقنية.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تقدم المنتج: اكتمال Admin flows، اكتمال التكاملات.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التغيير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44805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 أسبوعي مضبوط + سجل تغييرات.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دمج: Tests + Lint + Review إلزامي.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بيئة Staging مطابقة للإنتاج قبل الإطلاق.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مسؤوليات تشغيل (Owner لكل خدمة).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حوكمة قوية = ثقة أعلى + تقليل مفاجآت التشغيل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خيارات القرار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مسارات عملية أمام مجلس الاستثمار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الخيارات المتاحة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611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الخيار 1 (موصى به)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297180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تمويل مرحلي مشروط (مرحلة A).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مستقل.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توسع بعد تحقق Exit Criteria.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6118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الخيار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297180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تجميد توسع التمويل.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أولاً ثم قرار.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مناسب إن كانت الحساسية الأمنية عالية جدًا.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063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الخيار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1080" y="2377440"/>
            <a:ext cx="24231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تسريع 90 يوم.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DevOps/QA أكبر.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مخاطر أعلى مقابل سرعة أعلى.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355080"/>
            <a:ext cx="10698480" cy="5029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B7C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6446520"/>
            <a:ext cx="10287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التوصية: خيار (1) لأنه يحقق توازن المخاطر/السرعة ويثبت الجاهزية قبل التوسع.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ملحق: توزيع المحتوى (توثيق مقابل كود)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يُظهر ثِقل التوثيق ودلالته على نضج المعرفة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نِسَب الكلمات</a:t>
            </a:r>
            <a:endParaRPr lang="en-US" sz="2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182880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AF2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2940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تنفيذية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29400" y="2468880"/>
            <a:ext cx="44805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مرتفع يعكس استثمارًا في نقل المعرفة وتقليل مخاطر الاعتماد على أفراد.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 الآن: تحويل التوثيق إلى بوابات جودة (اختبارات/تشغيل/حوكمة).</a:t>
            </a:r>
            <a:endParaRPr lang="en-US" sz="1300" dirty="0"/>
          </a:p>
          <a:p>
            <a:pPr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يفضّل ربط الأدلة بـ CI (Runbooks + Checklists قابلة للتحقق).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601968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حسب تقرير الإحصائيات التفصيلية — 26 ديسمبر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HENDES / ChatGPT</dc:creator>
  <cp:lastModifiedBy>HENDES / ChatGPT</cp:lastModifiedBy>
  <cp:revision>1</cp:revision>
  <dcterms:created xsi:type="dcterms:W3CDTF">2025-12-26T14:34:43Z</dcterms:created>
  <dcterms:modified xsi:type="dcterms:W3CDTF">2025-12-26T14:34:43Z</dcterms:modified>
</cp:coreProperties>
</file>