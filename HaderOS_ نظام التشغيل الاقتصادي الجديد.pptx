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b29b-99b2-8d11-8000-0000c60ac72a.png?kimi-sig=MKFG-260Iug6XJ16xOcCPLJdu3X9i4zpC3j2gvt5C8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b2a9-ddf2-86c8-8000-0000673b54c6.png?kimi-sig=GFYD8dHS8awlwoyoBPbTvUH0FkHX-IldcHBS0BtZcT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b2ae-2452-8567-8000-0000a4960158.png?kimi-sig=4wdwPLwTS7wsZGnVRLOOm6hZKKph-P9YCGNtl8spRc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b2a7-fba2-8f01-8000-0000eab6fd77.png?kimi-sig=5oG8uzqA2zkQ8lkILfseC7gqxEYZ_40iga32EJ72lU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b2a9-ca02-8f0a-8000-00001c1c7339.png?kimi-sig=90-K5MQD1HapRGMHmh_hacMGnoXdKTuxgueJ7UOpM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b2a1-c532-84d6-8000-00005eeb93a8.png?kimi-sig=ixLPBV_wNeuUHSh1ZRE-QpsalIM1XC-Jlze4b76_6e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b2b7-39a2-84a6-8000-00003d9fa3fc.png?kimi-sig=JTPtqqkRJ0DC781kILFJFGzeIlMzcZFLa7jD0oVe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b2b6-d7b2-828a-8000-0000debd9ddc.png?kimi-sig=2rQ93wKd6CFA-8rDDz6ioMMlJZgYwZP-QdLJaQtxC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b2bd-86c2-8e6e-8000-0000e206f5da.png?kimi-sig=6C2IGrCfb2TqlbheV0Ey6IXwX9megFxmcz_EN4Y9DY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b2b6-ffd2-80b4-8000-0000454d85fd.png?kimi-sig=nBIOnxS7aCLB2wOf74zDMred2rXjrNH2cLD-2pVU9t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HaderOS: نظام التشغيل الاقتصادي الجديد</dc:title>
  <dc:subject>HaderOS: نظام التشغيل الاقتصادي الجديد</dc:subject>
  <dc:creator>Kimi</dc:creator>
  <cp:lastModifiedBy>Kimi</cp:lastModifiedBy>
  <cp:revision>1</cp:revision>
  <dcterms:created xsi:type="dcterms:W3CDTF">2025-12-26T16:42:24Z</dcterms:created>
  <dcterms:modified xsi:type="dcterms:W3CDTF">2025-12-26T16:42:24Z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{"Label":"HaderOS: نظام التشغيل الاقتصادي الجديد","ContentProducer":"001191110108MACG2KBH8F10000","ProduceID":"d4r0t68i2d833fq51pu0","ReservedCode1":"","ContentPropagator":"001191110108MACG2KBH8F20000","PropagateID":"d4r0t68i2d833fq51pu0","ReservedCode2":""}</vt:lpwstr>
  </property>
</Properties>
</file>